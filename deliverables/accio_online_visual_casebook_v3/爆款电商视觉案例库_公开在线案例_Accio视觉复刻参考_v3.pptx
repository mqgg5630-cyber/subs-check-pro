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sebook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爆款电商视觉案例库｜公开在线案例｜v3</dc:title>
  <dc:subject>Visual reference research; flattened delivery</dc:subject>
  <dc:creator>Arena.ai Agent Mode</dc:creator>
  <cp:keywords/>
  <dc:description>Generated 2026-10-14 09:12 Asia/Shanghai; source and usage boundaries are documented in the companion Markdown.</dc:description>
  <cp:lastModifiedBy>Steve Canny</cp:lastModifiedBy>
  <cp:revision>1</cp:revision>
  <dcterms:created xsi:type="dcterms:W3CDTF">2026-10-14T01:12:12Z</dcterms:created>
  <dcterms:modified xsi:type="dcterms:W3CDTF">2026-10-14T01:12:12Z</dcterms:modified>
  <cp:category/>
</cp:coreProperties>
</file>