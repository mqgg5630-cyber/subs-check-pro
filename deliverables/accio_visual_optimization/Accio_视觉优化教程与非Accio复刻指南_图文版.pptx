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Accio 视觉优化教程与非 Accio 复刻指南（图文扁平版）</dc:title>
  <dc:subject>非官方教学演示；每页为单张扁平图像</dc:subject>
  <dc:creator>Arena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